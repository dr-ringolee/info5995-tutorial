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400A0-0E63-4FCB-9F77-C3FD99279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5D174-AF68-4176-9067-9773C643F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10898-A1FB-402C-93A0-A6EE1040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39816-4834-4E6B-B6D4-388B8A5C9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53DD5-E14A-4153-87F3-25CFFA625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0081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31AD4-27A0-4215-85BC-B075E5DD1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B11D2-FB4B-456D-A4A2-E08175C04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60D70-0A62-43EA-B84B-1EABFC92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95732-A66A-4C61-B9FA-77856D2C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7DC41-F99B-4F26-86A5-CEB1BB189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3871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0163-BC4D-4086-95D7-597F05BB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89A12-FF92-45D6-886B-3295AA58C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D4B7D-162E-4D07-82E3-F0DE25B9B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8BF39-EE4A-48C5-BCFC-AB19843F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B848E-385B-4F31-B110-A1E8A781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0691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376C-DE2E-4369-8CC3-82358B764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58F7D-EA35-434B-834D-E9BDCAEB0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70FF2-5033-4578-98FB-D7CCCF1E4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9EB28-75A7-41A1-9354-BDD9C8019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E16CA-124A-444F-9154-610641BFE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AD778-DC68-4578-8971-9262E726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4724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013D-F029-4E93-91B8-32E9F475B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3D21D-E506-4A3F-B5AE-B59128A56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740B6-EE3E-4DC3-8C88-F5C0635014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BE921F-95C9-4AEF-8369-5DE2B4CD8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1772A2-9C13-4DA7-BB76-4F0EB6534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620ACD-9D09-41D9-BDA0-22E862000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6463FC-9B83-4651-8E7E-E7D6B65E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0BECEE-DBD6-4083-A91A-1E6268663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5880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7820-FF57-4744-A919-87F4C5E9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C1FF9-988B-43BE-B265-2D85E5B9A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7D80B-8663-4B95-AAC2-82254062F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54A14-7868-4977-8785-61D03ACA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622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CA29D-3C0D-46D5-98AB-202976EB1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C1FB7C-B534-4E71-9081-9EFC12D7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BBD09-9B9A-44EE-B707-831F66F0E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1744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BCA9-7D1A-4B0B-A624-37B5BB333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6968D-124F-43A2-97E6-042350DE1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DC530B-4CD7-4B9A-8CE3-17994B99F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123AFA-6DB5-4BA6-AB56-FF5EC6342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9BCB6-3191-4D2F-A7C0-48AE0ADCD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4E26B-ADF3-474B-888E-AAF2A0DDC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98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14A8E-321B-4811-9519-C71ACF8A4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C1561-E3FC-4040-B8A9-BA583241D9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592EAF-958F-4FC3-918D-DD1EC6661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515C9-69D2-450E-8A9C-8B5DBBA02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297CE-8600-42EB-9200-30E5460D3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EBEA6-10B0-4037-807C-F52E303D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634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5BEEE-AA0F-4C7B-881A-51B15929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F71F1-00E7-45C6-9442-5303821FA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CE180-1C77-4CCB-9266-F4F11ABAE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3E8DB8-69FA-42D1-822C-D2492F6D5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24764-3341-4094-B03A-E1B51B88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67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76C810-221F-40FB-931E-E2AB7A84D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E98C1B-4662-425D-81BC-447A47CCA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ADDF3-683F-4BC1-BE8A-9798601AB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7BC65-131E-4722-90C8-9E81DC943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46A64-B0D8-407A-BF7F-4B7DB4074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881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DDF993-0310-495C-90C3-372D433E2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4D2E2-FB79-446E-B2E1-6E5B84066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CF8FA-190D-41AA-BB38-152864252A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5612B-92F4-4D6D-8E02-20B7E1BF51E1}" type="datetimeFigureOut">
              <a:rPr lang="en-AU" smtClean="0"/>
              <a:t>10/09/2026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07CE6-10AB-4182-A6FC-D5EFCDEE3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E677D-78D6-4674-BE7B-6F4107DB8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EA411-BD8A-4AAD-81D4-BBDB612E429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8919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9A777FE9-C0F3-4308-B7AC-0EEDA30F17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6A427-6EEA-4986-B0E8-AC025AFCA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98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Ringo Lee</dc:creator>
  <cp:lastModifiedBy>Ringo Lee</cp:lastModifiedBy>
  <cp:revision>1</cp:revision>
  <dcterms:created xsi:type="dcterms:W3CDTF">2026-09-10T05:31:24Z</dcterms:created>
  <dcterms:modified xsi:type="dcterms:W3CDTF">2026-09-10T05:31:36Z</dcterms:modified>
</cp:coreProperties>
</file>