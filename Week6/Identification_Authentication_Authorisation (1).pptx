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47065-453C-EA4E-A71A-F2ACAD57BB89}" v="4" dt="2026-09-10T05:53:09.892"/>
    <p1510:client id="{F1E795D6-3303-5DFB-0CAB-2CC3674E52DD}" v="249" dt="2026-09-10T06:06:07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Identity &amp; Access Management (IAM)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914400"/>
            <a:ext cx="2926080" cy="1005840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825371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/>
              <a:t>👤 Identification</a:t>
            </a:r>
            <a:endParaRPr lang="en-US" b="1" dirty="0">
              <a:ea typeface="Calibri"/>
              <a:cs typeface="Calibri"/>
            </a:endParaRPr>
          </a:p>
          <a:p>
            <a:pPr algn="ctr"/>
            <a:r>
              <a:rPr dirty="0">
                <a:solidFill>
                  <a:schemeClr val="bg1"/>
                </a:solidFill>
              </a:rPr>
              <a:t>Who are you?</a:t>
            </a:r>
            <a:endParaRPr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06240" y="914400"/>
            <a:ext cx="2926080" cy="1005840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79" y="960120"/>
            <a:ext cx="1977657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/>
              <a:t>🔐 Authentication</a:t>
            </a:r>
            <a:endParaRPr lang="en-US" b="1" dirty="0">
              <a:ea typeface="Calibri"/>
              <a:cs typeface="Calibri"/>
            </a:endParaRPr>
          </a:p>
          <a:p>
            <a:pPr algn="ctr"/>
            <a:r>
              <a:rPr dirty="0">
                <a:solidFill>
                  <a:schemeClr val="bg1"/>
                </a:solidFill>
              </a:rPr>
              <a:t>Can you prove it?</a:t>
            </a:r>
            <a:endParaRPr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0" y="914400"/>
            <a:ext cx="2926080" cy="100584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960120"/>
            <a:ext cx="2237792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/>
              <a:t>🗝 </a:t>
            </a:r>
            <a:r>
              <a:rPr b="1" dirty="0" err="1"/>
              <a:t>Authorisation</a:t>
            </a:r>
            <a:endParaRPr lang="en-US" b="1">
              <a:ea typeface="Calibri"/>
              <a:cs typeface="Calibri"/>
            </a:endParaRPr>
          </a:p>
          <a:p>
            <a:pPr algn="ctr"/>
            <a:r>
              <a:rPr dirty="0">
                <a:solidFill>
                  <a:schemeClr val="bg1"/>
                </a:solidFill>
              </a:rPr>
              <a:t>What can you access?</a:t>
            </a:r>
            <a:endParaRPr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68083" y="2354464"/>
            <a:ext cx="1956440" cy="536234"/>
          </a:xfrm>
          <a:prstGeom prst="round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81190" y="2445677"/>
            <a:ext cx="126808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/>
              <a:t>Password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96981" y="3485289"/>
            <a:ext cx="2270334" cy="93370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1788420" y="3485059"/>
            <a:ext cx="2179357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 dirty="0"/>
              <a:t>🧠 Something You Know</a:t>
            </a:r>
            <a:endParaRPr lang="en-US" sz="14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Password</a:t>
            </a:r>
            <a:endParaRPr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PIN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32609" y="3485289"/>
            <a:ext cx="2258845" cy="93370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/>
          <p:cNvSpPr txBox="1"/>
          <p:nvPr/>
        </p:nvSpPr>
        <p:spPr>
          <a:xfrm>
            <a:off x="4424048" y="3485059"/>
            <a:ext cx="1990545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/>
              <a:t>📱 Something You Have</a:t>
            </a:r>
            <a:endParaRPr lang="en-US" sz="14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Security Token</a:t>
            </a:r>
            <a:endParaRPr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Mobile Phone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41867" y="3485287"/>
            <a:ext cx="2373726" cy="933700"/>
          </a:xfrm>
          <a:prstGeom prst="round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6933307" y="3485059"/>
            <a:ext cx="1816459" cy="95410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/>
              <a:t>👁 Something You Are</a:t>
            </a:r>
            <a:endParaRPr lang="en-US" sz="14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Fingerprint</a:t>
            </a:r>
            <a:endParaRPr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Face Recognition</a:t>
            </a:r>
            <a:endParaRPr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sz="1400" dirty="0"/>
              <a:t>Iris Scan</a:t>
            </a:r>
            <a:endParaRPr sz="1400" dirty="0"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87975" y="4967168"/>
            <a:ext cx="607730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lang="en-US" dirty="0"/>
              <a:t>MFA</a:t>
            </a:r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BC0A1819-B8EE-FA25-2FCF-9A008708C1A8}"/>
              </a:ext>
            </a:extLst>
          </p:cNvPr>
          <p:cNvSpPr/>
          <p:nvPr/>
        </p:nvSpPr>
        <p:spPr>
          <a:xfrm>
            <a:off x="3468430" y="1164894"/>
            <a:ext cx="461445" cy="496119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Striped Right 23">
            <a:extLst>
              <a:ext uri="{FF2B5EF4-FFF2-40B4-BE49-F238E27FC236}">
                <a16:creationId xmlns:a16="http://schemas.microsoft.com/office/drawing/2014/main" id="{263FD25F-D416-0508-43FB-FA67E68D03C2}"/>
              </a:ext>
            </a:extLst>
          </p:cNvPr>
          <p:cNvSpPr/>
          <p:nvPr/>
        </p:nvSpPr>
        <p:spPr>
          <a:xfrm>
            <a:off x="7362687" y="1118944"/>
            <a:ext cx="461445" cy="496119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5F1313F0-5B87-D365-CF9E-AB0BB89F7A38}"/>
              </a:ext>
            </a:extLst>
          </p:cNvPr>
          <p:cNvSpPr/>
          <p:nvPr/>
        </p:nvSpPr>
        <p:spPr>
          <a:xfrm>
            <a:off x="1481013" y="2350329"/>
            <a:ext cx="1627931" cy="546343"/>
          </a:xfrm>
          <a:prstGeom prst="roundRect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👤 User ID 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A313D4-E273-91CB-6E71-31E90D03DCC8}"/>
              </a:ext>
            </a:extLst>
          </p:cNvPr>
          <p:cNvCxnSpPr/>
          <p:nvPr/>
        </p:nvCxnSpPr>
        <p:spPr>
          <a:xfrm>
            <a:off x="2143392" y="1913521"/>
            <a:ext cx="5006" cy="4457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237F3AE-6FCC-7EC5-6997-1796C88F05DA}"/>
              </a:ext>
            </a:extLst>
          </p:cNvPr>
          <p:cNvCxnSpPr>
            <a:cxnSpLocks/>
          </p:cNvCxnSpPr>
          <p:nvPr/>
        </p:nvCxnSpPr>
        <p:spPr>
          <a:xfrm>
            <a:off x="5589685" y="1913521"/>
            <a:ext cx="5006" cy="4457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98AA9A-91D0-133C-59F9-85F46260FD96}"/>
              </a:ext>
            </a:extLst>
          </p:cNvPr>
          <p:cNvCxnSpPr>
            <a:cxnSpLocks/>
          </p:cNvCxnSpPr>
          <p:nvPr/>
        </p:nvCxnSpPr>
        <p:spPr>
          <a:xfrm flipH="1">
            <a:off x="3032540" y="2866977"/>
            <a:ext cx="2487901" cy="560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80670AD-8AB8-90A6-E621-41621017D4DF}"/>
              </a:ext>
            </a:extLst>
          </p:cNvPr>
          <p:cNvCxnSpPr>
            <a:cxnSpLocks/>
          </p:cNvCxnSpPr>
          <p:nvPr/>
        </p:nvCxnSpPr>
        <p:spPr>
          <a:xfrm>
            <a:off x="5738543" y="2878464"/>
            <a:ext cx="2222201" cy="5605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2A1B98-D128-6E06-39C3-75CD59F24B1D}"/>
              </a:ext>
            </a:extLst>
          </p:cNvPr>
          <p:cNvCxnSpPr>
            <a:cxnSpLocks/>
          </p:cNvCxnSpPr>
          <p:nvPr/>
        </p:nvCxnSpPr>
        <p:spPr>
          <a:xfrm>
            <a:off x="5589377" y="2889953"/>
            <a:ext cx="5006" cy="5950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Rounded Rectangle 6">
            <a:extLst>
              <a:ext uri="{FF2B5EF4-FFF2-40B4-BE49-F238E27FC236}">
                <a16:creationId xmlns:a16="http://schemas.microsoft.com/office/drawing/2014/main" id="{128E91A0-5C99-3061-0CD6-A37A991EE1E6}"/>
              </a:ext>
            </a:extLst>
          </p:cNvPr>
          <p:cNvSpPr/>
          <p:nvPr/>
        </p:nvSpPr>
        <p:spPr>
          <a:xfrm>
            <a:off x="8229150" y="2361818"/>
            <a:ext cx="2926080" cy="546343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a typeface="Calibri"/>
                <a:cs typeface="Calibri"/>
              </a:rPr>
              <a:t>Permission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40" name="Left Bracket 39">
            <a:extLst>
              <a:ext uri="{FF2B5EF4-FFF2-40B4-BE49-F238E27FC236}">
                <a16:creationId xmlns:a16="http://schemas.microsoft.com/office/drawing/2014/main" id="{42092F42-C077-688C-C89E-5FED8CB907B7}"/>
              </a:ext>
            </a:extLst>
          </p:cNvPr>
          <p:cNvSpPr/>
          <p:nvPr/>
        </p:nvSpPr>
        <p:spPr>
          <a:xfrm rot="-5400000">
            <a:off x="5294741" y="2243343"/>
            <a:ext cx="454553" cy="4820127"/>
          </a:xfrm>
          <a:prstGeom prst="leftBracke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lus Sign 41">
            <a:extLst>
              <a:ext uri="{FF2B5EF4-FFF2-40B4-BE49-F238E27FC236}">
                <a16:creationId xmlns:a16="http://schemas.microsoft.com/office/drawing/2014/main" id="{38CC9BDF-DC8A-8F9A-E5CD-709ED9EAC862}"/>
              </a:ext>
            </a:extLst>
          </p:cNvPr>
          <p:cNvSpPr/>
          <p:nvPr/>
        </p:nvSpPr>
        <p:spPr>
          <a:xfrm>
            <a:off x="3420682" y="2237322"/>
            <a:ext cx="788031" cy="765063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lus Sign 42">
            <a:extLst>
              <a:ext uri="{FF2B5EF4-FFF2-40B4-BE49-F238E27FC236}">
                <a16:creationId xmlns:a16="http://schemas.microsoft.com/office/drawing/2014/main" id="{61FA9B74-D014-4AA7-322D-A97CE9F63EBE}"/>
              </a:ext>
            </a:extLst>
          </p:cNvPr>
          <p:cNvSpPr/>
          <p:nvPr/>
        </p:nvSpPr>
        <p:spPr>
          <a:xfrm>
            <a:off x="7039227" y="2237322"/>
            <a:ext cx="788031" cy="765063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Ringo Lee</dc:creator>
  <cp:keywords/>
  <dc:description>generated using python-pptx</dc:description>
  <cp:lastModifiedBy>Ringo Lee</cp:lastModifiedBy>
  <cp:revision>203</cp:revision>
  <dcterms:created xsi:type="dcterms:W3CDTF">2026-09-10T05:49:25Z</dcterms:created>
  <dcterms:modified xsi:type="dcterms:W3CDTF">2026-09-10T06:06:18Z</dcterms:modified>
  <cp:category/>
</cp:coreProperties>
</file>